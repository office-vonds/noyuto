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743200"/>
            <a:ext cx="85340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あなたの人生を変える、たった一つの選択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4C"/>
                </a:solidFill>
              </a:defRPr>
            </a:pPr>
            <a:r>
              <a:t>RIWAY Business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Confidential | For Invited Guests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日本人の2人に1人が、がんになる時代。</a:t>
            </a:r>
          </a:p>
          <a:p>
            <a:pPr algn="ctr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</a:p>
          <a:p>
            <a:pPr algn="ctr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あなたの健康対策は、本当に十分ですか？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知っていますか？この現実を。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108960" cy="320040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200">
                <a:solidFill>
                  <a:srgbClr val="FFFFFF"/>
                </a:solidFill>
              </a:defRPr>
            </a:pPr>
            <a:r>
              <a:t>平均寿命と健康寿命の差</a:t>
            </a:r>
          </a:p>
          <a:p>
            <a:pPr algn="ctr">
              <a:spcAft>
                <a:spcPts val="400"/>
              </a:spcAft>
              <a:defRPr sz="2200">
                <a:solidFill>
                  <a:srgbClr val="FFFFFF"/>
                </a:solidFill>
              </a:defRPr>
            </a:pPr>
          </a:p>
          <a:p>
            <a:pPr algn="ctr">
              <a:spcAft>
                <a:spcPts val="400"/>
              </a:spcAft>
              <a:defRPr sz="3000" b="1">
                <a:solidFill>
                  <a:srgbClr val="C9A84C"/>
                </a:solidFill>
              </a:defRPr>
            </a:pPr>
            <a:r>
              <a:t>男性9年・女性12年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108960" cy="320040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200">
                <a:solidFill>
                  <a:srgbClr val="FFFFFF"/>
                </a:solidFill>
              </a:defRPr>
            </a:pPr>
            <a:r>
              <a:t>生涯医療費</a:t>
            </a:r>
          </a:p>
          <a:p>
            <a:pPr algn="ctr">
              <a:spcAft>
                <a:spcPts val="400"/>
              </a:spcAft>
              <a:defRPr sz="2200">
                <a:solidFill>
                  <a:srgbClr val="FFFFFF"/>
                </a:solidFill>
              </a:defRPr>
            </a:pPr>
          </a:p>
          <a:p>
            <a:pPr algn="ctr">
              <a:spcAft>
                <a:spcPts val="400"/>
              </a:spcAft>
              <a:defRPr sz="3000" b="1">
                <a:solidFill>
                  <a:srgbClr val="C9A84C"/>
                </a:solidFill>
              </a:defRPr>
            </a:pPr>
            <a:r>
              <a:t>約2,800万円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3108960" cy="320040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200">
                <a:solidFill>
                  <a:srgbClr val="FFFFFF"/>
                </a:solidFill>
              </a:defRPr>
            </a:pPr>
            <a:r>
              <a:t>退職後の収入源を持つ人</a:t>
            </a:r>
          </a:p>
          <a:p>
            <a:pPr algn="ctr">
              <a:spcAft>
                <a:spcPts val="400"/>
              </a:spcAft>
              <a:defRPr sz="2200">
                <a:solidFill>
                  <a:srgbClr val="FFFFFF"/>
                </a:solidFill>
              </a:defRPr>
            </a:pPr>
          </a:p>
          <a:p>
            <a:pPr algn="ctr">
              <a:spcAft>
                <a:spcPts val="400"/>
              </a:spcAft>
              <a:defRPr sz="3000" b="1">
                <a:solidFill>
                  <a:srgbClr val="C9A84C"/>
                </a:solidFill>
              </a:defRPr>
            </a:pPr>
            <a:r>
              <a:t>わずか3%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現代人が抱える「2つの不安」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4754880" cy="38404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  <a:defRPr sz="2600" b="1">
                <a:solidFill>
                  <a:srgbClr val="C9A84C"/>
                </a:solidFill>
              </a:defRPr>
            </a:pPr>
            <a:r>
              <a:t>健康の不安</a:t>
            </a: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・サプリは多すぎて選べない</a:t>
            </a: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・高額な健康法は続かない</a:t>
            </a: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・何が本物かわからない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22415" y="2103120"/>
            <a:ext cx="4754880" cy="38404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  <a:defRPr sz="2600" b="1">
                <a:solidFill>
                  <a:srgbClr val="C9A84C"/>
                </a:solidFill>
              </a:defRPr>
            </a:pPr>
            <a:r>
              <a:t>経済の不安</a:t>
            </a: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・給料は上がらず物価は上がる</a:t>
            </a: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・年金だけでは不安</a:t>
            </a: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・副業したいが時間がない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なぜ、普通の選択肢では解決できないのか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94484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時間の壁：忙しくて健康管理ができない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94484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コストの壁：良いものほど高額で続かない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94484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情報の壁：何が本物かわからない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84C"/>
                </a:solidFill>
              </a:defRPr>
            </a:pPr>
            <a:r>
              <a:t>もし「健康」と「収入」を</a:t>
            </a:r>
            <a:br/>
            <a:r>
              <a:t>同時に手に入れる方法があるとしたら？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RIWAY とは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・2008年シンガポール設立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・アジア15カ国以上に展開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・ブランドメッセージ「Live Young」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・唯一無二の製品力で急成長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RIWAY の信頼性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・ニュージーランド自社工場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・GMP認証取得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・世界各国の政府認可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・15年以上の実績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・日本法人設立済み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受賞・メディア実績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・アジア太平洋トップ企業賞受賞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・各種ビジネスアワード多数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・世界15カ国以上で政府認可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・累計販売実績 数百万箱突破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PURTIER PLACENTA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9A84C"/>
                </a:solidFill>
              </a:defRPr>
            </a:pPr>
            <a:r>
              <a:t>世界唯一の「生きた細胞」カプセル技術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・ニュージーランド産 鹿プラセンタ使用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・特許技術による生細胞カプセル化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・9つの厳選された天然成分を配合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r>
              <a:t>・1箱60カプセル（1ヶ月分）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PURTIER の主要成分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・鹿プラセンタエキス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・海洋コラーゲンペプチド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・大豆イソフラボン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・アロエベラエキス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・マリンコラーゲン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・ボラージオイル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・アビジン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・リコピン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・ルテイン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愛用者の声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291840" cy="320040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C9A84C"/>
                </a:solidFill>
              </a:defRPr>
            </a:pPr>
            <a:r>
              <a:t>50代女性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「3ヶ月で肌のハリが戻り、</a:t>
            </a:r>
            <a:br/>
            <a:r>
              <a:t>周りから若返ったと言われます」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103120"/>
            <a:ext cx="3291840" cy="320040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C9A84C"/>
                </a:solidFill>
              </a:defRPr>
            </a:pPr>
            <a:r>
              <a:t>60代男性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「毎朝の目覚めが劇的に</a:t>
            </a:r>
            <a:br/>
            <a:r>
              <a:t>変わりました。ゴルフの</a:t>
            </a:r>
            <a:br/>
            <a:r>
              <a:t>スコアも改善」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03120"/>
            <a:ext cx="3291840" cy="320040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C9A84C"/>
                </a:solidFill>
              </a:defRPr>
            </a:pPr>
            <a:r>
              <a:t>40代女性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「疲れにくくなり、仕事と</a:t>
            </a:r>
            <a:br/>
            <a:r>
              <a:t>育児の両立が楽になりました」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※個人の感想です。効果には個人差があります。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消費しながら収益を生む仕組み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2286000"/>
            <a:ext cx="85340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STEP 1: 自分で使う → 健康を実感する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657600"/>
            <a:ext cx="85340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STEP 2: 良さを伝える → 共感が広がる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029200"/>
            <a:ext cx="85340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STEP 3: チームで広がる → 収益が生まれる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7つの報酬プラン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1. リテールプロフィット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2. パーソナルボーナス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3. チームボーナス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4. リーダーシップボーナス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5. グローバルプールボーナス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6. トラベルファンド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7. カーファンド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※詳細は紹介者にお問い合わせください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収入シミュレーション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2286000"/>
            <a:ext cx="8534095" cy="100584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3人に紹介　→　月収 約5〜10万円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566160"/>
            <a:ext cx="8534095" cy="100584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9人のチーム　→　月収 約20〜50万円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846320"/>
            <a:ext cx="8534095" cy="100584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27人の組織　→　月収 約100万円以上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※シミュレーション例です。収入を保証するものではありません。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成功者の軌跡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286000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194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1ヶ月目：製品を体感、3人に紹介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291840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3ヶ月目：チーム9人、月収30万円達成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297680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206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6ヶ月目：組織拡大、月収100万円突破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5303520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212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12ヶ月目：海外旅行ファンド獲得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※個人の成果例です。成果には個人差があります。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なぜ「今」なのか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94484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日本市場はまだ初期段階 → 先行者利益が最大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94484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超高齢化社会 → 健康需要は拡大し続ける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94484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  <a:r>
              <a:t>円安時代 → 外貨建て収入の価値が高まる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始め方は、驚くほど簡単です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2286000"/>
            <a:ext cx="76196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STEP 1：今日、紹介者と話す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657600"/>
            <a:ext cx="76196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STEP 2：製品を体感する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5029200"/>
            <a:ext cx="7619695" cy="109728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STEP 3：ビジネスをスタート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よくある質問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48495" cy="118872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C9A84C"/>
                </a:solidFill>
              </a:defRPr>
            </a:pPr>
            <a:r>
              <a:t>Q: 営業経験がなくても大丈夫？</a:t>
            </a: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A: 充実したチームサポート体制があります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9448495" cy="118872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C9A84C"/>
                </a:solidFill>
              </a:defRPr>
            </a:pPr>
            <a:r>
              <a:t>Q: いくらから始められる？</a:t>
            </a: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A: 製品購入からスタート。詳細は紹介者へ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846320"/>
            <a:ext cx="9448495" cy="1188720"/>
          </a:xfrm>
          <a:prstGeom prst="roundRect">
            <a:avLst/>
          </a:prstGeom>
          <a:solidFill>
            <a:srgbClr val="243B65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C9A84C"/>
                </a:solidFill>
              </a:defRPr>
            </a:pPr>
            <a:r>
              <a:t>Q: 本業と両立できる？</a:t>
            </a:r>
          </a:p>
          <a:p>
            <a:pPr algn="l"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A: スキマ時間で取り組めます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あなたの人生を変える一歩は、</a:t>
            </a:r>
            <a:br/>
            <a:r>
              <a:t>今日ここから始まります。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657600"/>
            <a:ext cx="67052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9A84C"/>
                </a:solidFill>
              </a:defRPr>
            </a:pPr>
            <a:r>
              <a:t>今すぐ、紹介者にご連絡ください。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本日の資料に関するお問い合わせは、お近くのスタッフまで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